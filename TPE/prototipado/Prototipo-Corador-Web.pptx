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E99651"/>
    <a:srgbClr val="EDB097"/>
    <a:srgbClr val="FF9900"/>
    <a:srgbClr val="DAA8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>
        <p:scale>
          <a:sx n="100" d="100"/>
          <a:sy n="100" d="100"/>
        </p:scale>
        <p:origin x="-1518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84584-6998-A21B-5424-05FBB3ACF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11A8EB-462A-A418-0542-928A752FE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88BE6A-2278-05A8-295E-88C43C300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4FEA3-72E9-441A-A545-66FF603262A4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151E8C-F251-EEB6-1890-0427C7FF3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CB514A-4302-DC48-F21E-1C8C2FCF6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F264-EE01-4424-9BFB-07C29678A2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662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65A61-7879-B2B9-C313-8FCBC998B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6CFBDF-29BC-A78E-DAE7-4E4B1A33D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602AFA-FE84-B90D-75C4-40EEDDF97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4FEA3-72E9-441A-A545-66FF603262A4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507AF0-E3F8-9467-4E99-818C5DBA2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6A9DF6-7908-ADAD-F8AF-467741671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F264-EE01-4424-9BFB-07C29678A2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4270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1222D-3782-6D73-D0F1-DE7DB9791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0BC011-159B-B38A-C44F-502907E37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39770E-1C4B-4136-1587-6E3BF344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4FEA3-72E9-441A-A545-66FF603262A4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20C933-663C-3C66-0D0F-596FCFF1C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AA6C1D-6B36-2E09-010F-C6192E680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F264-EE01-4424-9BFB-07C29678A2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6813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E7DF30-1958-9F00-295B-C8CF220FC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39F39D-AFE1-9E54-AB48-72CC04EDCA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C6F487-6BE8-05C6-9A0E-32BC7D6E5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EF5260-27AA-6BE8-E3E8-84EB98516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4FEA3-72E9-441A-A545-66FF603262A4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4B77C6-5F14-88D3-0F5A-7406F2353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034315-70D2-D750-D751-24D8FA814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F264-EE01-4424-9BFB-07C29678A2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59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F013DF-E010-A09B-97D1-AB44E65D6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C21526-8C04-4223-A5AE-25A465B3E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22B9D61-1433-C8D9-662B-494539B70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564F1AA-4BEE-8B55-EDAB-D5F1E96A76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68F405D-D916-BEE3-FE37-4A372E6E3F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DB1FFC0-D20F-D559-B84C-1804091A3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4FEA3-72E9-441A-A545-66FF603262A4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FF41AD-7338-E657-4A61-9C05BEEA1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7F2D253-265C-3E63-7DE8-9B6932CD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F264-EE01-4424-9BFB-07C29678A2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3133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885588-A655-2715-5A80-91CB3EE0F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47E9C2A-889E-BE4C-B2C8-480DC144D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4FEA3-72E9-441A-A545-66FF603262A4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DFF9EE3-42B0-F32B-E21D-9518CA145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0980E97-4E70-3949-03C1-9A6E83B38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F264-EE01-4424-9BFB-07C29678A2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160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89F8E83-2656-6054-888A-DE1833E9F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4FEA3-72E9-441A-A545-66FF603262A4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11F00B5-4668-4069-0BE2-A983D5765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1C50E1-AA24-14B9-1311-BDC2E7DB6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F264-EE01-4424-9BFB-07C29678A2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6547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D1FAE-79D4-19BC-A4DD-949670473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C646A4-A1D7-9499-52AF-D2A6229C6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F78D92-B9FF-A1E0-24BF-F48EE8F90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6D8E58-79D7-ED01-B5DD-F311F5E07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4FEA3-72E9-441A-A545-66FF603262A4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0D056F2-C45F-900B-648C-180FBB1DC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9AB287-D5ED-EEAE-7F7E-7D0D9CE4C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F264-EE01-4424-9BFB-07C29678A2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3631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01FC5-A906-D528-CA39-85CA125AF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5D8EC8A-00EC-A04C-15EF-B724B65AB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3D4AFD-8F79-F404-9AD7-17011A8E2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4B1C19-6187-89B8-5B7B-88783F16C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4FEA3-72E9-441A-A545-66FF603262A4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A11224-55E6-78EC-575D-35C519EC1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10637F6-AED9-64A5-79F2-55C7D421F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F264-EE01-4424-9BFB-07C29678A2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0291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E0A1A-886D-BFAD-AACF-0A647AB23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9451F41-11C4-D276-D85D-39EDF4D663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F0167E-ED60-E52A-D7D1-3653ACF58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4FEA3-72E9-441A-A545-66FF603262A4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2C1EEE-14EC-A2C5-4788-997FA3339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A87ECA-3B37-7A6C-FA00-36D750E2A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F264-EE01-4424-9BFB-07C29678A2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711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5BEF07-78FB-4C66-C246-E186AF840F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0C5DCB-1DFD-894E-379B-5C4DB8564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7CF84B-B660-EA05-4712-50FA899E1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4FEA3-72E9-441A-A545-66FF603262A4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026C01-6B8C-B831-8E09-0579E7214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B4C4E5-932B-FBC8-24AC-BF982E3CC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F264-EE01-4424-9BFB-07C29678A2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1910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3E7ED32-2B5D-0A07-BCB1-752D5C4F1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CE96EB-AFA7-4304-B215-BED9B2631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0DEB61-092F-22B9-A942-4E6DF08E8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4FEA3-72E9-441A-A545-66FF603262A4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6C63B0-422D-46D2-264E-98B17D429B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88E120-A013-1A5D-96C4-2651A60C7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4F264-EE01-4424-9BFB-07C29678A2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5916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E53D1-BA29-B057-7E05-9CDE8AB03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E8E582B-417B-F0AF-D023-2D2070FF7FC3}"/>
              </a:ext>
            </a:extLst>
          </p:cNvPr>
          <p:cNvSpPr/>
          <p:nvPr/>
        </p:nvSpPr>
        <p:spPr>
          <a:xfrm>
            <a:off x="3949700" y="317500"/>
            <a:ext cx="4140200" cy="6223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3BEEDADC-4E46-652C-6C5E-A75D7774AB93}"/>
              </a:ext>
            </a:extLst>
          </p:cNvPr>
          <p:cNvGrpSpPr/>
          <p:nvPr/>
        </p:nvGrpSpPr>
        <p:grpSpPr>
          <a:xfrm>
            <a:off x="3949700" y="317500"/>
            <a:ext cx="4140200" cy="1299865"/>
            <a:chOff x="3949700" y="317500"/>
            <a:chExt cx="4140200" cy="1299865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87025923-DE45-DABB-8E57-5AA792A2C448}"/>
                </a:ext>
              </a:extLst>
            </p:cNvPr>
            <p:cNvSpPr/>
            <p:nvPr/>
          </p:nvSpPr>
          <p:spPr>
            <a:xfrm>
              <a:off x="3949700" y="317500"/>
              <a:ext cx="4140200" cy="1299865"/>
            </a:xfrm>
            <a:prstGeom prst="rect">
              <a:avLst/>
            </a:prstGeom>
            <a:gradFill>
              <a:gsLst>
                <a:gs pos="0">
                  <a:srgbClr val="EDB097">
                    <a:lumMod val="86000"/>
                  </a:srgbClr>
                </a:gs>
                <a:gs pos="100000">
                  <a:srgbClr val="E99651"/>
                </a:gs>
              </a:gsLst>
            </a:gra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35DF4065-760C-6E22-81F4-CC5E89D7756F}"/>
                </a:ext>
              </a:extLst>
            </p:cNvPr>
            <p:cNvSpPr/>
            <p:nvPr/>
          </p:nvSpPr>
          <p:spPr>
            <a:xfrm>
              <a:off x="4492457" y="505767"/>
              <a:ext cx="3117906" cy="923330"/>
            </a:xfrm>
            <a:prstGeom prst="rect">
              <a:avLst/>
            </a:prstGeom>
            <a:noFill/>
            <a:effectLst>
              <a:outerShdw blurRad="76200" dir="13500000" sy="23000" kx="1200000" algn="br" rotWithShape="0">
                <a:schemeClr val="bg1">
                  <a:alpha val="20000"/>
                </a:schemeClr>
              </a:outerShdw>
            </a:effectLst>
            <a:scene3d>
              <a:camera prst="perspectiveRelaxedModerately"/>
              <a:lightRig rig="threePt" dir="t"/>
            </a:scene3d>
          </p:spPr>
          <p:txBody>
            <a:bodyPr wrap="none" lIns="91440" tIns="45720" rIns="91440" bIns="4572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lstStyle/>
            <a:p>
              <a:pPr algn="ctr"/>
              <a:r>
                <a:rPr lang="es-ES" sz="5400" b="1" cap="none" spc="0" dirty="0">
                  <a:ln/>
                  <a:solidFill>
                    <a:schemeClr val="accent4"/>
                  </a:solidFill>
                  <a:effectLst/>
                </a:rPr>
                <a:t>CORADOR</a:t>
              </a: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7C1E7A19-C732-9FB0-3179-496F099078D6}"/>
              </a:ext>
            </a:extLst>
          </p:cNvPr>
          <p:cNvGrpSpPr/>
          <p:nvPr/>
        </p:nvGrpSpPr>
        <p:grpSpPr>
          <a:xfrm>
            <a:off x="3949700" y="1617365"/>
            <a:ext cx="4140200" cy="496637"/>
            <a:chOff x="3949700" y="1617365"/>
            <a:chExt cx="4140200" cy="496637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6146A402-7AAC-4613-F1F0-9B445589BFC7}"/>
                </a:ext>
              </a:extLst>
            </p:cNvPr>
            <p:cNvSpPr/>
            <p:nvPr/>
          </p:nvSpPr>
          <p:spPr>
            <a:xfrm>
              <a:off x="3949700" y="1617365"/>
              <a:ext cx="4140200" cy="496637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84E70C6C-349A-4AC9-84A6-BE43FFA374A8}"/>
                </a:ext>
              </a:extLst>
            </p:cNvPr>
            <p:cNvSpPr/>
            <p:nvPr/>
          </p:nvSpPr>
          <p:spPr>
            <a:xfrm>
              <a:off x="3949700" y="1617365"/>
              <a:ext cx="511147" cy="496637"/>
            </a:xfrm>
            <a:prstGeom prst="rect">
              <a:avLst/>
            </a:prstGeom>
            <a:solidFill>
              <a:srgbClr val="FFC000">
                <a:alpha val="0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2400" b="1" dirty="0"/>
                <a:t>≡</a:t>
              </a:r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2AC960BA-FB22-8230-F779-75E6B9D1D60E}"/>
              </a:ext>
            </a:extLst>
          </p:cNvPr>
          <p:cNvSpPr/>
          <p:nvPr/>
        </p:nvSpPr>
        <p:spPr>
          <a:xfrm>
            <a:off x="3949700" y="2114002"/>
            <a:ext cx="4140200" cy="4966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Anuncio 1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3B18A08-71FF-1537-0CAE-A8145D47B7EB}"/>
              </a:ext>
            </a:extLst>
          </p:cNvPr>
          <p:cNvSpPr/>
          <p:nvPr/>
        </p:nvSpPr>
        <p:spPr>
          <a:xfrm>
            <a:off x="3949700" y="5547226"/>
            <a:ext cx="4140200" cy="4966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Anuncio 2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682790C9-48A6-3982-61CD-A361612B213D}"/>
              </a:ext>
            </a:extLst>
          </p:cNvPr>
          <p:cNvGrpSpPr/>
          <p:nvPr/>
        </p:nvGrpSpPr>
        <p:grpSpPr>
          <a:xfrm>
            <a:off x="3949700" y="6043863"/>
            <a:ext cx="4140200" cy="496637"/>
            <a:chOff x="3949700" y="6043863"/>
            <a:chExt cx="4140200" cy="496637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F1A732B2-1D16-CFD7-0690-0244CA42543A}"/>
                </a:ext>
              </a:extLst>
            </p:cNvPr>
            <p:cNvSpPr/>
            <p:nvPr/>
          </p:nvSpPr>
          <p:spPr>
            <a:xfrm>
              <a:off x="3949700" y="6043863"/>
              <a:ext cx="4140200" cy="4966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EF903013-6F2C-A371-FDF2-2681BB93B111}"/>
                </a:ext>
              </a:extLst>
            </p:cNvPr>
            <p:cNvSpPr/>
            <p:nvPr/>
          </p:nvSpPr>
          <p:spPr>
            <a:xfrm>
              <a:off x="5871410" y="6202180"/>
              <a:ext cx="180000" cy="1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Triángulo isósceles 16">
              <a:extLst>
                <a:ext uri="{FF2B5EF4-FFF2-40B4-BE49-F238E27FC236}">
                  <a16:creationId xmlns:a16="http://schemas.microsoft.com/office/drawing/2014/main" id="{CB30B68F-6CBB-C862-4EE5-50659E687392}"/>
                </a:ext>
              </a:extLst>
            </p:cNvPr>
            <p:cNvSpPr/>
            <p:nvPr/>
          </p:nvSpPr>
          <p:spPr>
            <a:xfrm rot="16200000">
              <a:off x="4762165" y="6202181"/>
              <a:ext cx="180000" cy="180000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8F2BE4FF-9C9C-6472-E672-A7B47330C875}"/>
                </a:ext>
              </a:extLst>
            </p:cNvPr>
            <p:cNvSpPr/>
            <p:nvPr/>
          </p:nvSpPr>
          <p:spPr>
            <a:xfrm>
              <a:off x="6980655" y="6202178"/>
              <a:ext cx="180001" cy="1800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46759DF-1475-7AF3-EFF7-1DEBDE9F5441}"/>
              </a:ext>
            </a:extLst>
          </p:cNvPr>
          <p:cNvSpPr/>
          <p:nvPr/>
        </p:nvSpPr>
        <p:spPr>
          <a:xfrm>
            <a:off x="3949700" y="3089789"/>
            <a:ext cx="4140200" cy="245743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263A9F9A-685C-5C4F-87FD-6779E4CD7B84}"/>
              </a:ext>
            </a:extLst>
          </p:cNvPr>
          <p:cNvGrpSpPr/>
          <p:nvPr/>
        </p:nvGrpSpPr>
        <p:grpSpPr>
          <a:xfrm>
            <a:off x="3949700" y="2609472"/>
            <a:ext cx="4140200" cy="2965902"/>
            <a:chOff x="3949700" y="2609472"/>
            <a:chExt cx="4140200" cy="2965902"/>
          </a:xfrm>
        </p:grpSpPr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5152E54B-4733-AF63-04A0-9D366E863ECF}"/>
                </a:ext>
              </a:extLst>
            </p:cNvPr>
            <p:cNvSpPr txBox="1"/>
            <p:nvPr/>
          </p:nvSpPr>
          <p:spPr>
            <a:xfrm>
              <a:off x="3949700" y="2609472"/>
              <a:ext cx="4140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b="1" dirty="0"/>
                <a:t>Inicio</a:t>
              </a:r>
              <a:endParaRPr lang="es-ES" b="1" dirty="0"/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91565281-E0D5-B745-E0C6-39DE8154CA22}"/>
                </a:ext>
              </a:extLst>
            </p:cNvPr>
            <p:cNvSpPr txBox="1"/>
            <p:nvPr/>
          </p:nvSpPr>
          <p:spPr>
            <a:xfrm>
              <a:off x="3949700" y="3409797"/>
              <a:ext cx="40100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 dirty="0"/>
                <a:t>CRASSIO HFR-369</a:t>
              </a:r>
              <a:endParaRPr lang="es-ES" sz="1400" b="1" dirty="0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FC50C099-EF02-DC91-6920-60346BF9EF2E}"/>
                </a:ext>
              </a:extLst>
            </p:cNvPr>
            <p:cNvSpPr/>
            <p:nvPr/>
          </p:nvSpPr>
          <p:spPr>
            <a:xfrm>
              <a:off x="3949700" y="3094218"/>
              <a:ext cx="1644984" cy="3077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b="1" dirty="0"/>
                <a:t>Último Instrumento</a:t>
              </a:r>
            </a:p>
          </p:txBody>
        </p: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08123E1D-A7E4-5BFC-3F69-B2F1377E9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27891" y="3870484"/>
              <a:ext cx="1453675" cy="654154"/>
            </a:xfrm>
            <a:prstGeom prst="rect">
              <a:avLst/>
            </a:prstGeom>
          </p:spPr>
        </p:pic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3956958C-041E-258E-196C-40AEFBC66206}"/>
                </a:ext>
              </a:extLst>
            </p:cNvPr>
            <p:cNvSpPr txBox="1"/>
            <p:nvPr/>
          </p:nvSpPr>
          <p:spPr>
            <a:xfrm>
              <a:off x="3949700" y="4621267"/>
              <a:ext cx="401005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dirty="0"/>
                <a:t>Lorem </a:t>
              </a:r>
              <a:r>
                <a:rPr lang="es-ES" sz="1400" dirty="0" err="1"/>
                <a:t>ipsum</a:t>
              </a:r>
              <a:r>
                <a:rPr lang="es-ES" sz="1400" dirty="0"/>
                <a:t> dolor </a:t>
              </a:r>
              <a:r>
                <a:rPr lang="es-ES" sz="1400" dirty="0" err="1"/>
                <a:t>sit</a:t>
              </a:r>
              <a:r>
                <a:rPr lang="es-ES" sz="1400" dirty="0"/>
                <a:t> </a:t>
              </a:r>
              <a:r>
                <a:rPr lang="es-ES" sz="1400" dirty="0" err="1"/>
                <a:t>amet</a:t>
              </a:r>
              <a:r>
                <a:rPr lang="es-ES" sz="1400" dirty="0"/>
                <a:t> </a:t>
              </a:r>
              <a:r>
                <a:rPr lang="es-ES" sz="1400" dirty="0" err="1"/>
                <a:t>consectetur</a:t>
              </a:r>
              <a:r>
                <a:rPr lang="es-ES" sz="1400" dirty="0"/>
                <a:t> </a:t>
              </a:r>
              <a:r>
                <a:rPr lang="es-ES" sz="1400" dirty="0" err="1"/>
                <a:t>adipiscing</a:t>
              </a:r>
              <a:r>
                <a:rPr lang="es-ES" sz="1400" dirty="0"/>
                <a:t> </a:t>
              </a:r>
              <a:r>
                <a:rPr lang="es-ES" sz="1400" dirty="0" err="1"/>
                <a:t>elit</a:t>
              </a:r>
              <a:r>
                <a:rPr lang="es-ES" sz="1400" dirty="0"/>
                <a:t>. </a:t>
              </a:r>
              <a:r>
                <a:rPr lang="pt-BR" sz="1400" dirty="0" err="1"/>
                <a:t>Eaque</a:t>
              </a:r>
              <a:r>
                <a:rPr lang="pt-BR" sz="1400" dirty="0"/>
                <a:t> alias </a:t>
              </a:r>
              <a:r>
                <a:rPr lang="pt-BR" sz="1400" dirty="0" err="1"/>
                <a:t>praesentium</a:t>
              </a:r>
              <a:r>
                <a:rPr lang="pt-BR" sz="1400" dirty="0"/>
                <a:t> </a:t>
              </a:r>
              <a:r>
                <a:rPr lang="pt-BR" sz="1400" dirty="0" err="1"/>
                <a:t>beatae</a:t>
              </a:r>
              <a:r>
                <a:rPr lang="pt-BR" sz="1400" dirty="0"/>
                <a:t> </a:t>
              </a:r>
              <a:r>
                <a:rPr lang="pt-BR" sz="1400" dirty="0" err="1"/>
                <a:t>aperiam</a:t>
              </a:r>
              <a:r>
                <a:rPr lang="pt-BR" sz="1400" dirty="0"/>
                <a:t> </a:t>
              </a:r>
              <a:r>
                <a:rPr lang="pt-BR" sz="1400" dirty="0" err="1"/>
                <a:t>reiciendis</a:t>
              </a:r>
              <a:r>
                <a:rPr lang="pt-BR" sz="1400" dirty="0"/>
                <a:t> </a:t>
              </a:r>
              <a:r>
                <a:rPr lang="pt-BR" sz="1400" dirty="0" err="1"/>
                <a:t>aspernatur</a:t>
              </a:r>
              <a:r>
                <a:rPr lang="pt-BR" sz="1400" dirty="0"/>
                <a:t> sapiente </a:t>
              </a:r>
              <a:r>
                <a:rPr lang="pt-BR" sz="1400" dirty="0" err="1"/>
                <a:t>rerum</a:t>
              </a:r>
              <a:r>
                <a:rPr lang="pt-BR" sz="1400" dirty="0"/>
                <a:t> </a:t>
              </a:r>
              <a:r>
                <a:rPr lang="pt-BR" sz="1400" dirty="0" err="1"/>
                <a:t>assumenda</a:t>
              </a:r>
              <a:r>
                <a:rPr lang="pt-BR" sz="1400" dirty="0"/>
                <a:t> </a:t>
              </a:r>
              <a:r>
                <a:rPr lang="pt-BR" sz="1400" dirty="0" err="1"/>
                <a:t>iure</a:t>
              </a:r>
              <a:r>
                <a:rPr lang="pt-BR" sz="1400" dirty="0"/>
                <a:t> </a:t>
              </a:r>
              <a:r>
                <a:rPr lang="pt-BR" sz="1400" dirty="0" err="1"/>
                <a:t>obcaecati</a:t>
              </a:r>
              <a:r>
                <a:rPr lang="pt-BR" sz="1400" dirty="0"/>
                <a:t>!</a:t>
              </a:r>
            </a:p>
          </p:txBody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3892534A-8974-A8BC-3D3E-3AA312DD0840}"/>
                </a:ext>
              </a:extLst>
            </p:cNvPr>
            <p:cNvSpPr/>
            <p:nvPr/>
          </p:nvSpPr>
          <p:spPr>
            <a:xfrm>
              <a:off x="7959760" y="3089789"/>
              <a:ext cx="130140" cy="245743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Rectángulo: esquinas redondeadas 37">
              <a:extLst>
                <a:ext uri="{FF2B5EF4-FFF2-40B4-BE49-F238E27FC236}">
                  <a16:creationId xmlns:a16="http://schemas.microsoft.com/office/drawing/2014/main" id="{91FDE7CD-A300-EE86-C454-66EE6C7B17D9}"/>
                </a:ext>
              </a:extLst>
            </p:cNvPr>
            <p:cNvSpPr/>
            <p:nvPr/>
          </p:nvSpPr>
          <p:spPr>
            <a:xfrm>
              <a:off x="8001970" y="3127093"/>
              <a:ext cx="45719" cy="934740"/>
            </a:xfrm>
            <a:prstGeom prst="roundRect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4049537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551D395B-0734-E50B-D55F-653D0DD5BC8D}"/>
              </a:ext>
            </a:extLst>
          </p:cNvPr>
          <p:cNvSpPr/>
          <p:nvPr/>
        </p:nvSpPr>
        <p:spPr>
          <a:xfrm>
            <a:off x="3949700" y="2114001"/>
            <a:ext cx="4140200" cy="4966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Anuncio 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F512CFD-2899-B944-1AD8-6A265D88FC81}"/>
              </a:ext>
            </a:extLst>
          </p:cNvPr>
          <p:cNvSpPr/>
          <p:nvPr/>
        </p:nvSpPr>
        <p:spPr>
          <a:xfrm>
            <a:off x="3949700" y="5547226"/>
            <a:ext cx="4140200" cy="4966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Anuncio 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7C89974-D8BD-71E7-5205-A72E2D301408}"/>
              </a:ext>
            </a:extLst>
          </p:cNvPr>
          <p:cNvSpPr/>
          <p:nvPr/>
        </p:nvSpPr>
        <p:spPr>
          <a:xfrm>
            <a:off x="3949700" y="317500"/>
            <a:ext cx="4140200" cy="6223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4BAE5555-F975-2D0F-7BBF-7D5C399D0572}"/>
              </a:ext>
            </a:extLst>
          </p:cNvPr>
          <p:cNvGrpSpPr/>
          <p:nvPr/>
        </p:nvGrpSpPr>
        <p:grpSpPr>
          <a:xfrm>
            <a:off x="3949700" y="6043863"/>
            <a:ext cx="4140200" cy="496637"/>
            <a:chOff x="3949700" y="6043863"/>
            <a:chExt cx="4140200" cy="496637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8518F9D2-77EF-E98B-A2D9-19DA9FB51E2A}"/>
                </a:ext>
              </a:extLst>
            </p:cNvPr>
            <p:cNvSpPr/>
            <p:nvPr/>
          </p:nvSpPr>
          <p:spPr>
            <a:xfrm>
              <a:off x="3949700" y="6043863"/>
              <a:ext cx="4140200" cy="4966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1C143895-775F-5D47-E3CD-5B2152B1440D}"/>
                </a:ext>
              </a:extLst>
            </p:cNvPr>
            <p:cNvSpPr/>
            <p:nvPr/>
          </p:nvSpPr>
          <p:spPr>
            <a:xfrm>
              <a:off x="5871410" y="6202180"/>
              <a:ext cx="180000" cy="1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Triángulo isósceles 14">
              <a:extLst>
                <a:ext uri="{FF2B5EF4-FFF2-40B4-BE49-F238E27FC236}">
                  <a16:creationId xmlns:a16="http://schemas.microsoft.com/office/drawing/2014/main" id="{9835ABC1-CD79-C0B0-B3F6-233871A9D6C5}"/>
                </a:ext>
              </a:extLst>
            </p:cNvPr>
            <p:cNvSpPr/>
            <p:nvPr/>
          </p:nvSpPr>
          <p:spPr>
            <a:xfrm rot="16200000">
              <a:off x="4762165" y="6202181"/>
              <a:ext cx="180000" cy="180000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7DCC17D4-DB13-0112-17C2-DFFFEA976785}"/>
                </a:ext>
              </a:extLst>
            </p:cNvPr>
            <p:cNvSpPr/>
            <p:nvPr/>
          </p:nvSpPr>
          <p:spPr>
            <a:xfrm>
              <a:off x="6980655" y="6202178"/>
              <a:ext cx="180001" cy="1800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192E27E6-9C9C-512F-E1C9-7419242178F3}"/>
              </a:ext>
            </a:extLst>
          </p:cNvPr>
          <p:cNvGrpSpPr/>
          <p:nvPr/>
        </p:nvGrpSpPr>
        <p:grpSpPr>
          <a:xfrm>
            <a:off x="3949700" y="317500"/>
            <a:ext cx="4140200" cy="1299865"/>
            <a:chOff x="3949700" y="317500"/>
            <a:chExt cx="4140200" cy="1299865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A623C69D-F9D5-5B90-280C-251A410F4BCB}"/>
                </a:ext>
              </a:extLst>
            </p:cNvPr>
            <p:cNvSpPr/>
            <p:nvPr/>
          </p:nvSpPr>
          <p:spPr>
            <a:xfrm>
              <a:off x="3949700" y="317500"/>
              <a:ext cx="4140200" cy="1299865"/>
            </a:xfrm>
            <a:prstGeom prst="rect">
              <a:avLst/>
            </a:prstGeom>
            <a:gradFill>
              <a:gsLst>
                <a:gs pos="0">
                  <a:srgbClr val="EDB097">
                    <a:lumMod val="86000"/>
                  </a:srgbClr>
                </a:gs>
                <a:gs pos="100000">
                  <a:srgbClr val="E99651"/>
                </a:gs>
              </a:gsLst>
            </a:gra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70AC536C-168D-CEF9-3DF6-15B8CC3E6FBC}"/>
                </a:ext>
              </a:extLst>
            </p:cNvPr>
            <p:cNvSpPr/>
            <p:nvPr/>
          </p:nvSpPr>
          <p:spPr>
            <a:xfrm>
              <a:off x="4492457" y="505767"/>
              <a:ext cx="3117906" cy="923330"/>
            </a:xfrm>
            <a:prstGeom prst="rect">
              <a:avLst/>
            </a:prstGeom>
            <a:noFill/>
            <a:effectLst>
              <a:outerShdw blurRad="76200" dir="13500000" sy="23000" kx="1200000" algn="br" rotWithShape="0">
                <a:schemeClr val="bg1">
                  <a:alpha val="20000"/>
                </a:schemeClr>
              </a:outerShdw>
            </a:effectLst>
            <a:scene3d>
              <a:camera prst="perspectiveRelaxedModerately"/>
              <a:lightRig rig="threePt" dir="t"/>
            </a:scene3d>
          </p:spPr>
          <p:txBody>
            <a:bodyPr wrap="none" lIns="91440" tIns="45720" rIns="91440" bIns="4572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lstStyle/>
            <a:p>
              <a:pPr algn="ctr"/>
              <a:r>
                <a:rPr lang="es-ES" sz="5400" b="1" cap="none" spc="0" dirty="0">
                  <a:ln/>
                  <a:solidFill>
                    <a:schemeClr val="accent4"/>
                  </a:solidFill>
                  <a:effectLst/>
                </a:rPr>
                <a:t>CORADOR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A318A5C7-8A16-785F-F2EC-A735A2B9CD91}"/>
              </a:ext>
            </a:extLst>
          </p:cNvPr>
          <p:cNvGrpSpPr/>
          <p:nvPr/>
        </p:nvGrpSpPr>
        <p:grpSpPr>
          <a:xfrm>
            <a:off x="3949700" y="2609472"/>
            <a:ext cx="4140200" cy="2965902"/>
            <a:chOff x="3949700" y="2609472"/>
            <a:chExt cx="4140200" cy="2965902"/>
          </a:xfrm>
        </p:grpSpPr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8747732F-EDC2-9248-7F06-5891E4BBFF1E}"/>
                </a:ext>
              </a:extLst>
            </p:cNvPr>
            <p:cNvSpPr txBox="1"/>
            <p:nvPr/>
          </p:nvSpPr>
          <p:spPr>
            <a:xfrm>
              <a:off x="3949700" y="2609472"/>
              <a:ext cx="4140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b="1" dirty="0"/>
                <a:t>Inicio</a:t>
              </a:r>
              <a:endParaRPr lang="es-ES" b="1" dirty="0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4CF13618-0151-D9EB-7E64-643FA2A8751B}"/>
                </a:ext>
              </a:extLst>
            </p:cNvPr>
            <p:cNvSpPr txBox="1"/>
            <p:nvPr/>
          </p:nvSpPr>
          <p:spPr>
            <a:xfrm>
              <a:off x="3949700" y="3409797"/>
              <a:ext cx="40100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 dirty="0"/>
                <a:t>CRASSIO HFR-369</a:t>
              </a:r>
              <a:endParaRPr lang="es-ES" sz="1400" b="1" dirty="0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781F494D-8537-6B4D-645A-37C576630BB0}"/>
                </a:ext>
              </a:extLst>
            </p:cNvPr>
            <p:cNvSpPr/>
            <p:nvPr/>
          </p:nvSpPr>
          <p:spPr>
            <a:xfrm>
              <a:off x="3949700" y="3094218"/>
              <a:ext cx="1644984" cy="3077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b="1" dirty="0"/>
                <a:t>Último Instrumento</a:t>
              </a:r>
            </a:p>
          </p:txBody>
        </p: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5A57702E-8580-0C7E-562E-0E6719274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27891" y="3870484"/>
              <a:ext cx="1453675" cy="654154"/>
            </a:xfrm>
            <a:prstGeom prst="rect">
              <a:avLst/>
            </a:prstGeom>
          </p:spPr>
        </p:pic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E39F2E93-7DBF-0C32-D8BB-ACC4473AEFB5}"/>
                </a:ext>
              </a:extLst>
            </p:cNvPr>
            <p:cNvSpPr txBox="1"/>
            <p:nvPr/>
          </p:nvSpPr>
          <p:spPr>
            <a:xfrm>
              <a:off x="3949700" y="4621267"/>
              <a:ext cx="401005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dirty="0"/>
                <a:t>Lorem </a:t>
              </a:r>
              <a:r>
                <a:rPr lang="es-ES" sz="1400" dirty="0" err="1"/>
                <a:t>ipsum</a:t>
              </a:r>
              <a:r>
                <a:rPr lang="es-ES" sz="1400" dirty="0"/>
                <a:t> dolor </a:t>
              </a:r>
              <a:r>
                <a:rPr lang="es-ES" sz="1400" dirty="0" err="1"/>
                <a:t>sit</a:t>
              </a:r>
              <a:r>
                <a:rPr lang="es-ES" sz="1400" dirty="0"/>
                <a:t> </a:t>
              </a:r>
              <a:r>
                <a:rPr lang="es-ES" sz="1400" dirty="0" err="1"/>
                <a:t>amet</a:t>
              </a:r>
              <a:r>
                <a:rPr lang="es-ES" sz="1400" dirty="0"/>
                <a:t> </a:t>
              </a:r>
              <a:r>
                <a:rPr lang="es-ES" sz="1400" dirty="0" err="1"/>
                <a:t>consectetur</a:t>
              </a:r>
              <a:r>
                <a:rPr lang="es-ES" sz="1400" dirty="0"/>
                <a:t> </a:t>
              </a:r>
              <a:r>
                <a:rPr lang="es-ES" sz="1400" dirty="0" err="1"/>
                <a:t>adipiscing</a:t>
              </a:r>
              <a:r>
                <a:rPr lang="es-ES" sz="1400" dirty="0"/>
                <a:t> </a:t>
              </a:r>
              <a:r>
                <a:rPr lang="es-ES" sz="1400" dirty="0" err="1"/>
                <a:t>elit</a:t>
              </a:r>
              <a:r>
                <a:rPr lang="es-ES" sz="1400" dirty="0"/>
                <a:t>. </a:t>
              </a:r>
              <a:r>
                <a:rPr lang="pt-BR" sz="1400" dirty="0" err="1"/>
                <a:t>Eaque</a:t>
              </a:r>
              <a:r>
                <a:rPr lang="pt-BR" sz="1400" dirty="0"/>
                <a:t> alias </a:t>
              </a:r>
              <a:r>
                <a:rPr lang="pt-BR" sz="1400" dirty="0" err="1"/>
                <a:t>praesentium</a:t>
              </a:r>
              <a:r>
                <a:rPr lang="pt-BR" sz="1400" dirty="0"/>
                <a:t> </a:t>
              </a:r>
              <a:r>
                <a:rPr lang="pt-BR" sz="1400" dirty="0" err="1"/>
                <a:t>beatae</a:t>
              </a:r>
              <a:r>
                <a:rPr lang="pt-BR" sz="1400" dirty="0"/>
                <a:t> </a:t>
              </a:r>
              <a:r>
                <a:rPr lang="pt-BR" sz="1400" dirty="0" err="1"/>
                <a:t>aperiam</a:t>
              </a:r>
              <a:r>
                <a:rPr lang="pt-BR" sz="1400" dirty="0"/>
                <a:t> </a:t>
              </a:r>
              <a:r>
                <a:rPr lang="pt-BR" sz="1400" dirty="0" err="1"/>
                <a:t>reiciendis</a:t>
              </a:r>
              <a:r>
                <a:rPr lang="pt-BR" sz="1400" dirty="0"/>
                <a:t> </a:t>
              </a:r>
              <a:r>
                <a:rPr lang="pt-BR" sz="1400" dirty="0" err="1"/>
                <a:t>aspernatur</a:t>
              </a:r>
              <a:r>
                <a:rPr lang="pt-BR" sz="1400" dirty="0"/>
                <a:t> sapiente </a:t>
              </a:r>
              <a:r>
                <a:rPr lang="pt-BR" sz="1400" dirty="0" err="1"/>
                <a:t>rerum</a:t>
              </a:r>
              <a:r>
                <a:rPr lang="pt-BR" sz="1400" dirty="0"/>
                <a:t> </a:t>
              </a:r>
              <a:r>
                <a:rPr lang="pt-BR" sz="1400" dirty="0" err="1"/>
                <a:t>assumenda</a:t>
              </a:r>
              <a:r>
                <a:rPr lang="pt-BR" sz="1400" dirty="0"/>
                <a:t> </a:t>
              </a:r>
              <a:r>
                <a:rPr lang="pt-BR" sz="1400" dirty="0" err="1"/>
                <a:t>iure</a:t>
              </a:r>
              <a:r>
                <a:rPr lang="pt-BR" sz="1400" dirty="0"/>
                <a:t> </a:t>
              </a:r>
              <a:r>
                <a:rPr lang="pt-BR" sz="1400" dirty="0" err="1"/>
                <a:t>obcaecati</a:t>
              </a:r>
              <a:r>
                <a:rPr lang="pt-BR" sz="1400" dirty="0"/>
                <a:t>!</a:t>
              </a:r>
            </a:p>
          </p:txBody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B2F28763-3338-C94B-B41C-28A7B93F52F7}"/>
                </a:ext>
              </a:extLst>
            </p:cNvPr>
            <p:cNvSpPr/>
            <p:nvPr/>
          </p:nvSpPr>
          <p:spPr>
            <a:xfrm>
              <a:off x="7959760" y="3089789"/>
              <a:ext cx="130140" cy="245743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" name="Rectángulo: esquinas redondeadas 34">
              <a:extLst>
                <a:ext uri="{FF2B5EF4-FFF2-40B4-BE49-F238E27FC236}">
                  <a16:creationId xmlns:a16="http://schemas.microsoft.com/office/drawing/2014/main" id="{7DEC7AAC-9601-5408-5413-F22AB5976ABC}"/>
                </a:ext>
              </a:extLst>
            </p:cNvPr>
            <p:cNvSpPr/>
            <p:nvPr/>
          </p:nvSpPr>
          <p:spPr>
            <a:xfrm>
              <a:off x="8001970" y="3127093"/>
              <a:ext cx="45719" cy="934740"/>
            </a:xfrm>
            <a:prstGeom prst="roundRect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F52BDEAA-2997-A4E0-B983-FEEEE5B2DCDE}"/>
              </a:ext>
            </a:extLst>
          </p:cNvPr>
          <p:cNvGrpSpPr/>
          <p:nvPr/>
        </p:nvGrpSpPr>
        <p:grpSpPr>
          <a:xfrm>
            <a:off x="3949700" y="1617364"/>
            <a:ext cx="4140200" cy="1986548"/>
            <a:chOff x="3949700" y="1617364"/>
            <a:chExt cx="4140200" cy="1986548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01C9511-F2AC-74DA-7350-1BB51AB97D87}"/>
                </a:ext>
              </a:extLst>
            </p:cNvPr>
            <p:cNvSpPr/>
            <p:nvPr/>
          </p:nvSpPr>
          <p:spPr>
            <a:xfrm>
              <a:off x="3949700" y="1617364"/>
              <a:ext cx="4140200" cy="1986548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9366FEED-366F-2BA9-3223-A5ABF6A09F18}"/>
                </a:ext>
              </a:extLst>
            </p:cNvPr>
            <p:cNvSpPr/>
            <p:nvPr/>
          </p:nvSpPr>
          <p:spPr>
            <a:xfrm>
              <a:off x="3949700" y="2114001"/>
              <a:ext cx="4140200" cy="496637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Inicio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89F412C0-4FDE-1482-9872-C8A0DF29A18A}"/>
                </a:ext>
              </a:extLst>
            </p:cNvPr>
            <p:cNvSpPr/>
            <p:nvPr/>
          </p:nvSpPr>
          <p:spPr>
            <a:xfrm>
              <a:off x="3949700" y="2610638"/>
              <a:ext cx="4140200" cy="496637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Instrumentos</a:t>
              </a:r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222430A3-448C-B98F-510B-D64E2383857D}"/>
                </a:ext>
              </a:extLst>
            </p:cNvPr>
            <p:cNvSpPr/>
            <p:nvPr/>
          </p:nvSpPr>
          <p:spPr>
            <a:xfrm>
              <a:off x="3949700" y="3107275"/>
              <a:ext cx="4140200" cy="496637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Contacto</a:t>
              </a: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B3DA54BB-7885-8D56-98DC-D0CDE46347C5}"/>
                </a:ext>
              </a:extLst>
            </p:cNvPr>
            <p:cNvSpPr/>
            <p:nvPr/>
          </p:nvSpPr>
          <p:spPr>
            <a:xfrm>
              <a:off x="3949700" y="1617364"/>
              <a:ext cx="511147" cy="496637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2400" b="1" dirty="0"/>
                <a:t>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52124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</TotalTime>
  <Words>69</Words>
  <Application>Microsoft Office PowerPoint</Application>
  <PresentationFormat>Panorámica</PresentationFormat>
  <Paragraphs>19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Hernández</dc:creator>
  <cp:lastModifiedBy>Francisco Hernández</cp:lastModifiedBy>
  <cp:revision>4</cp:revision>
  <dcterms:created xsi:type="dcterms:W3CDTF">2026-05-02T02:34:39Z</dcterms:created>
  <dcterms:modified xsi:type="dcterms:W3CDTF">2026-05-02T03:16:29Z</dcterms:modified>
</cp:coreProperties>
</file>